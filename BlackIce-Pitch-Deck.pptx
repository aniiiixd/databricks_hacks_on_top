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BLACKICE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Financial Intelligence for India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Detects UPI fraud using ML  |  Searches RBI regulations in Hindi  |  Matches citizens to 170 government schemes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on Databricks Free Edition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Bharat Bricks Hackathon 2026  |  IIT Bombay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16B+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UPI transactions every month — largest real-time payment network on Earth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₹427Cr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0" y="2423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lost by SBI alone last year to fraud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0" y="3474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RBI circulars buried in English legalese — inaccessible to rural Indians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5262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170+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0" y="4526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 schemes most citizens don’t know they qualify for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750K+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Transactions Analyzed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46304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645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1,800+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91840" y="2377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Fraud Alerts Flagged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645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126480" y="2377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Anomaly Patterns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61120" y="146304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0" y="1645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5,000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961120" y="2377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Sender Risk Profiles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57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57200" y="4389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RBI Circulars (RAG)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347472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3657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170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291840" y="4389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 Schemes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347472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3657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150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126480" y="4389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Fraud Rings Detected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961120" y="347472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0" y="3657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8961120" y="4389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BhashaBench Score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4-TIER MEDALLION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25400">
            <a:solidFill>
              <a:srgbClr val="CD7F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D7F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BRONZE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0" y="12801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Loader • 250K UPI txns • 80 RBI circulars • 170 schemes • PK constraints • CDF enabled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0" y="21031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25400">
            <a:solidFill>
              <a:srgbClr val="C0C0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774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C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SILVER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0" y="237744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DLT EXPECT constraints • Data quality validation • Feature derivation • Time slots • Risk labels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0" y="3200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4747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0" y="34747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Business-ready tables • Liquid clustering • RAG chunking (4000 chars) • Scheme eligibility JSON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42976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25400">
            <a:solidFill>
              <a:srgbClr val="E5E4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5720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4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PLATINUM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43200" y="45720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IsolationForest + KMeans ensemble • 8 anomaly patterns • 5K sender profiles • Fraud rings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56692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SERVING: Dashboard (4 pages)  •  Genie Space (NL→SQL)  •  LangGraph Agent (9 tools + MCP)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ENSEMBLE FRAUD DETECTION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IsolationForest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Weight: 0.45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300 trees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contamination=0.02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Anomaly score (0–1)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28016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161B22"/>
          </a:solidFill>
          <a:ln w="25400">
            <a:solidFill>
              <a:srgbClr val="F78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3716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KMeans (k=8)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97680" y="1920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Weight: 0.30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23774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Distance to center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Normalized 0–1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95th percentile threshold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8160" y="1280160"/>
            <a:ext cx="3474720" cy="2377440"/>
          </a:xfrm>
          <a:prstGeom prst="roundRect">
            <a:avLst>
              <a:gd name="adj" fmla="val 5769"/>
            </a:avLst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3716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Rule-Based Risk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38160" y="1920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Weight: 0.25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21040" y="23774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Amount + time heuristics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Late-night flags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Weekend patterns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4023360"/>
            <a:ext cx="932688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402336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ensemble_score = 0.45 × IF + 0.30 × KM + 0.25 × Rules  →  Risk Tiers: low (&lt;0.3) | medium | high | critical (&gt;0.7)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937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Anomaly Patterns Discovered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5394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 Night High Value (51)  •  Late Night Activity (189)  •  Unusual Category Spend (180)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Value Transaction  •  Weekend High Spend (51)  •  ML Critical/High Risk (225)  •  General Anomaly (1.09K)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9-TOOL AI AGENT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LangGraph ReAct Agent  +  MemorySaver  +  MLflow Responses API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155680" cy="411480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097280" cy="411480"/>
          </a:xfrm>
          <a:prstGeom prst="rect">
            <a:avLst/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1554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lookup_fraud_alerts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15544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Parameterized SQL on gold_fraud_alerts_ml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11155680" cy="411480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29968"/>
            <a:ext cx="1097280" cy="411480"/>
          </a:xfrm>
          <a:prstGeom prst="rect">
            <a:avLst/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202996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check_loan_eligibility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02996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PySpark filter + LLM explanation (5 languages)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11155680" cy="411480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05456"/>
            <a:ext cx="1097280" cy="411480"/>
          </a:xfrm>
          <a:prstGeom prst="rect">
            <a:avLst/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250545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fraud_recovery_guide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505456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RBI-mandated recovery steps for 6 scam types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80944"/>
            <a:ext cx="11155680" cy="411480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80944"/>
            <a:ext cx="1097280" cy="411480"/>
          </a:xfrm>
          <a:prstGeom prst="rect">
            <a:avLst/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28800" y="298094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lookup_fraud_rings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2980944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analysis: 150 rings, PageRank hubs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56432"/>
            <a:ext cx="11155680" cy="411480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56432"/>
            <a:ext cx="1097280" cy="411480"/>
          </a:xfrm>
          <a:prstGeom prst="rect">
            <a:avLst/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28800" y="34564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lookup_sender_profile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345643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Behavioral analysis + composite risk scores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11155680" cy="411480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931920"/>
            <a:ext cx="1097280" cy="411480"/>
          </a:xfrm>
          <a:prstGeom prst="rect">
            <a:avLst/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28800" y="3931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get_current_time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39319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407408"/>
            <a:ext cx="11155680" cy="411480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407408"/>
            <a:ext cx="1097280" cy="411480"/>
          </a:xfrm>
          <a:prstGeom prst="rect">
            <a:avLst/>
          </a:prstGeom>
          <a:solidFill>
            <a:srgbClr val="F7816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28800" y="44074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Search MCP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0" y="440740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search over 80 RBI circular chunks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882896"/>
            <a:ext cx="11155680" cy="411480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882896"/>
            <a:ext cx="1097280" cy="411480"/>
          </a:xfrm>
          <a:prstGeom prst="rect">
            <a:avLst/>
          </a:prstGeom>
          <a:solidFill>
            <a:srgbClr val="F7816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828800" y="488289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Genie Query MCP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0" y="4882896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language → SQL on fraud data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5358384"/>
            <a:ext cx="11155680" cy="411480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5358384"/>
            <a:ext cx="1097280" cy="411480"/>
          </a:xfrm>
          <a:prstGeom prst="rect">
            <a:avLst/>
          </a:prstGeom>
          <a:solidFill>
            <a:srgbClr val="F7816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828800" y="535838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Genie Poll MCP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29200" y="5358384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Async result retrieval from Genie Space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DATABRICKS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Delta Lake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91840" y="128016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12801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Unity Catalog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28016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2801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Auto Loader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0" y="128016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0" y="12801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ETL Pipeline (DLT)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94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Spark SQL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219456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194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Foundation Model API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19456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194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Vector Search (MCP)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0" y="219456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194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Genie Space (MCP)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10896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1089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Lakeview Dashboard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310896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1089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Metric Views (YAML)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10896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31089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Databricks SDK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0" y="310896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0" y="31089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 Change Data Feed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02336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233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 Liquid Clustering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91840" y="402336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40233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14. UC Tags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402336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40233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15. Databricks Apps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144000" y="402336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0" y="40233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16. FAISS on Volumes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93776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377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17. MCP Protocol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Databricks features than any other team.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HOT / WARM / COLD SERVING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115568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286000" y="146304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1–5 sec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0" y="1554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tools with parameterized SQL via Databricks SDK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Chat UI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1115568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25400">
            <a:solidFill>
              <a:srgbClr val="F088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260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8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286000" y="29260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1 sec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viz_* pre-computed views + mv_fraud_summary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Lakeview Dashboard (4 pages)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1115568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38912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COLD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286000" y="438912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5–30 sec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0" y="4480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Delta tables with liquid clustering on transaction_date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Editor, Notebooks, Genie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MAKES US DIFFERENT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team does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0" y="118872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did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15568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ML model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17830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Ensemble (IF + KMeans + Rules) with stratified sampling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Generic fraud/not-fraud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23774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named anomaly patterns analysts can act 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data → model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9718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4-tier medallion with DLT EXPECT + UC tags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 chatbot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356616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9-tool agent with MCP (Vector Search + Genie)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1605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English only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416052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Hindi + English (multilingual embeddings + LLM)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metrics only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47548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Vulnerability Index (fraud × internet × Jan Dhan)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5349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3–5 features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53492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Databricks features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INDIAN 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0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115568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1115568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916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UPI Transactions 2024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Kaggle (CC0)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0" y="1691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250,000 rows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11155680" cy="4114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48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RBI Circulars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148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Scraped from rbi.org.in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0" y="2148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 documents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1115568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060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 Schemes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606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myscheme.gov.in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0" y="2606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170 schemes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11155680" cy="4114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0632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Payment Stats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3063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RBI / NPCI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0" y="3063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432 rows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1115568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5204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 Fraud Statistics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520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 Sabha data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0" y="3520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 banks × 5 years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977640"/>
            <a:ext cx="11155680" cy="4114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9776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RBI Complaints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3977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RBI Annual Report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86800" y="3977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 records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434840"/>
            <a:ext cx="1115568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434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PMJDY State Stats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4434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pmjdy.gov.in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86800" y="4434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 states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892040"/>
            <a:ext cx="11155680" cy="4114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8920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Internet Penetration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4892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 / data.gov.in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686800" y="4892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 states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5349240"/>
            <a:ext cx="1115568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53492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Fraud Recovery Guide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54880" y="5349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RBI circulars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686800" y="5349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scam types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78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of 9 datasets are REAL government data. Only UPI transactions are synthetic (no bank releases real txn data).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₹2.17 Cr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40480" y="13716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risk detected across 446 anomalous transactions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150 rings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840480" y="2240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detected with ₹8.68 Cr flowing through them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170 schemes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840480" y="31089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indexed for India’s most vulnerable populations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84048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BhashaBench score — 20/20 questions, English + Hindi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8463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3.15M rows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840480" y="4846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processed across 15 tables with full UC governance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BlackIce. Financial intelligence for every Indian.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BlackIce: AI-Powered Financial Intelligence for India</dc:title>
  <dc:subject>Bharat Bricks Hackathon 2026</dc:subject>
  <dc:creator>BlackIce Team</dc:creator>
  <cp:lastModifiedBy>BlackIce Team</cp:lastModifiedBy>
  <cp:revision>1</cp:revision>
  <dcterms:created xsi:type="dcterms:W3CDTF">2026-03-29T09:26:33Z</dcterms:created>
  <dcterms:modified xsi:type="dcterms:W3CDTF">2026-03-29T09:26:33Z</dcterms:modified>
</cp:coreProperties>
</file>